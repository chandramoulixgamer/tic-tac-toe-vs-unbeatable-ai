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Human vs AI Tic Tac Toe</a:t>
            </a:r>
          </a:p>
          <a:p>
            <a:r>
              <a:t>Using Minimax Algorithm</a:t>
            </a:r>
          </a:p>
          <a:p/>
          <a:p>
            <a:r>
              <a:t>By: Chandramouli Gangopadhyay</a:t>
            </a:r>
          </a:p>
          <a:p>
            <a:r>
              <a:t>B.Tech CSE, 3rd Year, 5th Sem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Build an AI-powered Tic Tac Toe game</a:t>
            </a:r>
          </a:p>
          <a:p>
            <a:r>
              <a:t>- Implement Minimax algorithm for optimal AI decisions</a:t>
            </a:r>
          </a:p>
          <a:p>
            <a:r>
              <a:t>- Provide smooth human–machine interaction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Programming Language: Python</a:t>
            </a:r>
          </a:p>
          <a:p>
            <a:r>
              <a:t>- Libraries: Pygame / Tkinter (UI)</a:t>
            </a:r>
          </a:p>
          <a:p>
            <a:r>
              <a:t>- Algorithm: Minimax</a:t>
            </a:r>
          </a:p>
          <a:p>
            <a:r>
              <a:t>- Development Platform: VS Code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Role &amp; Responsibilities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Solo Developer</a:t>
            </a:r>
          </a:p>
          <a:p>
            <a:r>
              <a:t>- Designed game logic and interface</a:t>
            </a:r>
          </a:p>
          <a:p>
            <a:r>
              <a:t>- Implemented AI using Minimax</a:t>
            </a:r>
          </a:p>
          <a:p>
            <a:r>
              <a:t>- Tested and optimized gameplay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Tasks Performed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Built 3x3 board logic</a:t>
            </a:r>
          </a:p>
          <a:p>
            <a:r>
              <a:t>- Implemented human and AI turns</a:t>
            </a:r>
          </a:p>
          <a:p>
            <a:r>
              <a:t>- Added win/draw detection</a:t>
            </a:r>
          </a:p>
          <a:p>
            <a:r>
              <a:t>- Integrated Minimax for AI</a:t>
            </a:r>
          </a:p>
          <a:p>
            <a:r>
              <a:t>- UI design &amp; debugging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 /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Minimax Algorithm:</a:t>
            </a:r>
          </a:p>
          <a:p>
            <a:r>
              <a:t>  * Evaluates all possible moves</a:t>
            </a:r>
          </a:p>
          <a:p>
            <a:r>
              <a:t>  * Ensures optimal AI play</a:t>
            </a:r>
          </a:p>
          <a:p>
            <a:r>
              <a:t>- Tools Used:</a:t>
            </a:r>
          </a:p>
          <a:p>
            <a:r>
              <a:t>  * Python, VS Code, Git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Working of Minimax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AI plays by minimizing loss and maximizing win</a:t>
            </a:r>
          </a:p>
          <a:p>
            <a:r>
              <a:t>- Checks all possible outcomes</a:t>
            </a:r>
          </a:p>
          <a:p>
            <a:r>
              <a:t>- Always returns the best possible move</a:t>
            </a:r>
          </a:p>
          <a:p>
            <a:r>
              <a:t>- Ensures AI never loses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Successfully developed Human vs AI Tic Tac Toe</a:t>
            </a:r>
          </a:p>
          <a:p>
            <a:r>
              <a:t>- AI performs optimally using Minimax</a:t>
            </a:r>
          </a:p>
          <a:p>
            <a:r>
              <a:t>- Demonstrates core AI search principles</a:t>
            </a:r>
          </a:p>
          <a:p/>
          <a:p>
            <a: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